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4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0A481E-7593-4773-BE4E-4D1D2AB4E476}">
          <p14:sldIdLst>
            <p14:sldId id="256"/>
          </p14:sldIdLst>
        </p14:section>
        <p14:section name="Untitled Section" id="{3AC5D547-2132-4267-A1B1-6D7AF4EC6936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725BE-A5A6-4B57-8AEC-C31861AA3CAB}" v="53" dt="2026-10-14T04:05:29.8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a Khetan" userId="7d42d4758706e459" providerId="LiveId" clId="{765876C0-A616-4233-A846-14B1D41E165C}"/>
    <pc:docChg chg="undo custSel addSld modSld modMainMaster addSection modSection">
      <pc:chgData name="Ankita Khetan" userId="7d42d4758706e459" providerId="LiveId" clId="{765876C0-A616-4233-A846-14B1D41E165C}" dt="2026-10-14T04:40:43.553" v="2972" actId="14100"/>
      <pc:docMkLst>
        <pc:docMk/>
      </pc:docMkLst>
      <pc:sldChg chg="modSp mod">
        <pc:chgData name="Ankita Khetan" userId="7d42d4758706e459" providerId="LiveId" clId="{765876C0-A616-4233-A846-14B1D41E165C}" dt="2026-10-13T12:45:07.902" v="97" actId="27636"/>
        <pc:sldMkLst>
          <pc:docMk/>
          <pc:sldMk cId="3685695963" sldId="256"/>
        </pc:sldMkLst>
        <pc:spChg chg="mod">
          <ac:chgData name="Ankita Khetan" userId="7d42d4758706e459" providerId="LiveId" clId="{765876C0-A616-4233-A846-14B1D41E165C}" dt="2026-10-13T12:45:07.902" v="97" actId="27636"/>
          <ac:spMkLst>
            <pc:docMk/>
            <pc:sldMk cId="3685695963" sldId="256"/>
            <ac:spMk id="3" creationId="{3E9C2970-600A-5D7B-35C0-977A26B5F75C}"/>
          </ac:spMkLst>
        </pc:spChg>
      </pc:sldChg>
      <pc:sldChg chg="addSp delSp modSp mod modClrScheme chgLayout">
        <pc:chgData name="Ankita Khetan" userId="7d42d4758706e459" providerId="LiveId" clId="{765876C0-A616-4233-A846-14B1D41E165C}" dt="2026-10-13T12:53:22.925" v="500" actId="14100"/>
        <pc:sldMkLst>
          <pc:docMk/>
          <pc:sldMk cId="2350948663" sldId="257"/>
        </pc:sldMkLst>
        <pc:spChg chg="mod ord">
          <ac:chgData name="Ankita Khetan" userId="7d42d4758706e459" providerId="LiveId" clId="{765876C0-A616-4233-A846-14B1D41E165C}" dt="2026-10-13T12:53:22.925" v="500" actId="14100"/>
          <ac:spMkLst>
            <pc:docMk/>
            <pc:sldMk cId="2350948663" sldId="257"/>
            <ac:spMk id="2" creationId="{7528BCC7-C39F-B0DB-A2BF-0035F6F2E69D}"/>
          </ac:spMkLst>
        </pc:spChg>
        <pc:spChg chg="add del mod ord">
          <ac:chgData name="Ankita Khetan" userId="7d42d4758706e459" providerId="LiveId" clId="{765876C0-A616-4233-A846-14B1D41E165C}" dt="2026-10-13T12:52:17.531" v="492" actId="403"/>
          <ac:spMkLst>
            <pc:docMk/>
            <pc:sldMk cId="2350948663" sldId="257"/>
            <ac:spMk id="3" creationId="{29ACE31A-CE77-73F0-A3A0-54FC52EA8A0B}"/>
          </ac:spMkLst>
        </pc:spChg>
        <pc:spChg chg="add del mod ord">
          <ac:chgData name="Ankita Khetan" userId="7d42d4758706e459" providerId="LiveId" clId="{765876C0-A616-4233-A846-14B1D41E165C}" dt="2026-10-13T09:30:43.158" v="1" actId="700"/>
          <ac:spMkLst>
            <pc:docMk/>
            <pc:sldMk cId="2350948663" sldId="257"/>
            <ac:spMk id="4" creationId="{1CB1FD8C-0549-92A4-BFBA-E38BD4048924}"/>
          </ac:spMkLst>
        </pc:spChg>
        <pc:spChg chg="add del mod ord">
          <ac:chgData name="Ankita Khetan" userId="7d42d4758706e459" providerId="LiveId" clId="{765876C0-A616-4233-A846-14B1D41E165C}" dt="2026-10-13T12:42:38.007" v="54" actId="700"/>
          <ac:spMkLst>
            <pc:docMk/>
            <pc:sldMk cId="2350948663" sldId="257"/>
            <ac:spMk id="4" creationId="{B7CABE3B-12DD-C26F-773D-E847407254F6}"/>
          </ac:spMkLst>
        </pc:spChg>
        <pc:spChg chg="add del mod ord">
          <ac:chgData name="Ankita Khetan" userId="7d42d4758706e459" providerId="LiveId" clId="{765876C0-A616-4233-A846-14B1D41E165C}" dt="2026-10-13T12:42:38.007" v="54" actId="700"/>
          <ac:spMkLst>
            <pc:docMk/>
            <pc:sldMk cId="2350948663" sldId="257"/>
            <ac:spMk id="5" creationId="{7C5AA1EA-6C28-BDBE-310F-1F1398254FC7}"/>
          </ac:spMkLst>
        </pc:spChg>
      </pc:sldChg>
      <pc:sldChg chg="addSp delSp modSp new mod">
        <pc:chgData name="Ankita Khetan" userId="7d42d4758706e459" providerId="LiveId" clId="{765876C0-A616-4233-A846-14B1D41E165C}" dt="2026-10-13T13:11:46.688" v="828" actId="14100"/>
        <pc:sldMkLst>
          <pc:docMk/>
          <pc:sldMk cId="654854795" sldId="258"/>
        </pc:sldMkLst>
        <pc:spChg chg="mod">
          <ac:chgData name="Ankita Khetan" userId="7d42d4758706e459" providerId="LiveId" clId="{765876C0-A616-4233-A846-14B1D41E165C}" dt="2026-10-13T13:11:31.835" v="827" actId="27636"/>
          <ac:spMkLst>
            <pc:docMk/>
            <pc:sldMk cId="654854795" sldId="258"/>
            <ac:spMk id="2" creationId="{14430E84-0335-707D-DB5A-E91E3D80BC3E}"/>
          </ac:spMkLst>
        </pc:spChg>
        <pc:spChg chg="add del mod">
          <ac:chgData name="Ankita Khetan" userId="7d42d4758706e459" providerId="LiveId" clId="{765876C0-A616-4233-A846-14B1D41E165C}" dt="2026-10-13T13:11:46.688" v="828" actId="14100"/>
          <ac:spMkLst>
            <pc:docMk/>
            <pc:sldMk cId="654854795" sldId="258"/>
            <ac:spMk id="3" creationId="{3FA211DB-8DF1-82DD-6455-5DAE2748AFDD}"/>
          </ac:spMkLst>
        </pc:spChg>
        <pc:spChg chg="add del mod">
          <ac:chgData name="Ankita Khetan" userId="7d42d4758706e459" providerId="LiveId" clId="{765876C0-A616-4233-A846-14B1D41E165C}" dt="2026-10-13T12:59:39.853" v="546" actId="478"/>
          <ac:spMkLst>
            <pc:docMk/>
            <pc:sldMk cId="654854795" sldId="258"/>
            <ac:spMk id="4" creationId="{646F2F94-A80E-CA01-5C84-5C15901FCF54}"/>
          </ac:spMkLst>
        </pc:spChg>
        <pc:spChg chg="add mod">
          <ac:chgData name="Ankita Khetan" userId="7d42d4758706e459" providerId="LiveId" clId="{765876C0-A616-4233-A846-14B1D41E165C}" dt="2026-10-13T13:02:34.445" v="586" actId="20577"/>
          <ac:spMkLst>
            <pc:docMk/>
            <pc:sldMk cId="654854795" sldId="258"/>
            <ac:spMk id="5" creationId="{DE338618-EFA4-B48F-CC27-0585A6112C9C}"/>
          </ac:spMkLst>
        </pc:spChg>
        <pc:spChg chg="add del mod">
          <ac:chgData name="Ankita Khetan" userId="7d42d4758706e459" providerId="LiveId" clId="{765876C0-A616-4233-A846-14B1D41E165C}" dt="2026-10-13T13:00:07.019" v="551" actId="22"/>
          <ac:spMkLst>
            <pc:docMk/>
            <pc:sldMk cId="654854795" sldId="258"/>
            <ac:spMk id="7" creationId="{97AE46EF-2EAC-147A-9F1E-1A8C5D7C5E82}"/>
          </ac:spMkLst>
        </pc:spChg>
        <pc:spChg chg="add del">
          <ac:chgData name="Ankita Khetan" userId="7d42d4758706e459" providerId="LiveId" clId="{765876C0-A616-4233-A846-14B1D41E165C}" dt="2026-10-13T13:01:33.562" v="554" actId="11529"/>
          <ac:spMkLst>
            <pc:docMk/>
            <pc:sldMk cId="654854795" sldId="258"/>
            <ac:spMk id="8" creationId="{18854224-CD98-8E02-DBF8-1261305B4B7C}"/>
          </ac:spMkLst>
        </pc:spChg>
        <pc:spChg chg="add mod">
          <ac:chgData name="Ankita Khetan" userId="7d42d4758706e459" providerId="LiveId" clId="{765876C0-A616-4233-A846-14B1D41E165C}" dt="2026-10-13T13:04:02.661" v="629" actId="1076"/>
          <ac:spMkLst>
            <pc:docMk/>
            <pc:sldMk cId="654854795" sldId="258"/>
            <ac:spMk id="9" creationId="{5E10FD56-C7F1-7C00-DED7-161ED0572B78}"/>
          </ac:spMkLst>
        </pc:spChg>
        <pc:spChg chg="add del">
          <ac:chgData name="Ankita Khetan" userId="7d42d4758706e459" providerId="LiveId" clId="{765876C0-A616-4233-A846-14B1D41E165C}" dt="2026-10-13T13:01:58.420" v="558" actId="22"/>
          <ac:spMkLst>
            <pc:docMk/>
            <pc:sldMk cId="654854795" sldId="258"/>
            <ac:spMk id="11" creationId="{3F3DB3A3-77B5-2D54-77C4-727E2DB5BC9D}"/>
          </ac:spMkLst>
        </pc:spChg>
        <pc:spChg chg="add mod">
          <ac:chgData name="Ankita Khetan" userId="7d42d4758706e459" providerId="LiveId" clId="{765876C0-A616-4233-A846-14B1D41E165C}" dt="2026-10-13T13:03:48.463" v="627" actId="403"/>
          <ac:spMkLst>
            <pc:docMk/>
            <pc:sldMk cId="654854795" sldId="258"/>
            <ac:spMk id="12" creationId="{E0EAB673-591B-BBD4-FC65-7B63487A826D}"/>
          </ac:spMkLst>
        </pc:spChg>
        <pc:spChg chg="add mod">
          <ac:chgData name="Ankita Khetan" userId="7d42d4758706e459" providerId="LiveId" clId="{765876C0-A616-4233-A846-14B1D41E165C}" dt="2026-10-13T13:07:22.012" v="713" actId="403"/>
          <ac:spMkLst>
            <pc:docMk/>
            <pc:sldMk cId="654854795" sldId="258"/>
            <ac:spMk id="13" creationId="{B6D4E855-60D6-B5E4-E1F4-51D744F286FD}"/>
          </ac:spMkLst>
        </pc:spChg>
        <pc:spChg chg="add mod">
          <ac:chgData name="Ankita Khetan" userId="7d42d4758706e459" providerId="LiveId" clId="{765876C0-A616-4233-A846-14B1D41E165C}" dt="2026-10-13T13:09:58.815" v="812" actId="403"/>
          <ac:spMkLst>
            <pc:docMk/>
            <pc:sldMk cId="654854795" sldId="258"/>
            <ac:spMk id="14" creationId="{38AE7E47-5ACC-1801-2CBA-B0F487736775}"/>
          </ac:spMkLst>
        </pc:spChg>
        <pc:spChg chg="add del mod">
          <ac:chgData name="Ankita Khetan" userId="7d42d4758706e459" providerId="LiveId" clId="{765876C0-A616-4233-A846-14B1D41E165C}" dt="2026-10-13T13:10:35.085" v="818"/>
          <ac:spMkLst>
            <pc:docMk/>
            <pc:sldMk cId="654854795" sldId="258"/>
            <ac:spMk id="15" creationId="{12B40DD3-52F2-B21D-4B33-2EC76520AAF6}"/>
          </ac:spMkLst>
        </pc:spChg>
      </pc:sldChg>
      <pc:sldChg chg="addSp delSp modSp new mod">
        <pc:chgData name="Ankita Khetan" userId="7d42d4758706e459" providerId="LiveId" clId="{765876C0-A616-4233-A846-14B1D41E165C}" dt="2026-10-14T04:17:56.631" v="1886" actId="20577"/>
        <pc:sldMkLst>
          <pc:docMk/>
          <pc:sldMk cId="3094424552" sldId="259"/>
        </pc:sldMkLst>
        <pc:spChg chg="mod">
          <ac:chgData name="Ankita Khetan" userId="7d42d4758706e459" providerId="LiveId" clId="{765876C0-A616-4233-A846-14B1D41E165C}" dt="2026-10-14T04:17:56.631" v="1886" actId="20577"/>
          <ac:spMkLst>
            <pc:docMk/>
            <pc:sldMk cId="3094424552" sldId="259"/>
            <ac:spMk id="3" creationId="{081A2192-22FA-1476-5171-256340850F18}"/>
          </ac:spMkLst>
        </pc:spChg>
        <pc:spChg chg="add mod">
          <ac:chgData name="Ankita Khetan" userId="7d42d4758706e459" providerId="LiveId" clId="{765876C0-A616-4233-A846-14B1D41E165C}" dt="2026-10-14T03:42:10.861" v="1116" actId="14100"/>
          <ac:spMkLst>
            <pc:docMk/>
            <pc:sldMk cId="3094424552" sldId="259"/>
            <ac:spMk id="5" creationId="{B6182804-6C7E-192E-D6AA-42248CDFA835}"/>
          </ac:spMkLst>
        </pc:spChg>
        <pc:spChg chg="add mod">
          <ac:chgData name="Ankita Khetan" userId="7d42d4758706e459" providerId="LiveId" clId="{765876C0-A616-4233-A846-14B1D41E165C}" dt="2026-10-14T03:42:34.700" v="1120" actId="14100"/>
          <ac:spMkLst>
            <pc:docMk/>
            <pc:sldMk cId="3094424552" sldId="259"/>
            <ac:spMk id="7" creationId="{C62A4436-C6BE-0B40-A9AB-ED16CC6CB538}"/>
          </ac:spMkLst>
        </pc:spChg>
        <pc:spChg chg="del">
          <ac:chgData name="Ankita Khetan" userId="7d42d4758706e459" providerId="LiveId" clId="{765876C0-A616-4233-A846-14B1D41E165C}" dt="2026-10-14T03:36:48.305" v="829" actId="478"/>
          <ac:spMkLst>
            <pc:docMk/>
            <pc:sldMk cId="3094424552" sldId="259"/>
            <ac:spMk id="10" creationId="{295983ED-D131-31C1-50F0-CF48898DB8CD}"/>
          </ac:spMkLst>
        </pc:spChg>
        <pc:spChg chg="del">
          <ac:chgData name="Ankita Khetan" userId="7d42d4758706e459" providerId="LiveId" clId="{765876C0-A616-4233-A846-14B1D41E165C}" dt="2026-10-14T03:37:08.819" v="833" actId="478"/>
          <ac:spMkLst>
            <pc:docMk/>
            <pc:sldMk cId="3094424552" sldId="259"/>
            <ac:spMk id="13" creationId="{DC353FFC-BA0A-0D06-6683-434ABF660173}"/>
          </ac:spMkLst>
        </pc:spChg>
        <pc:cxnChg chg="mod">
          <ac:chgData name="Ankita Khetan" userId="7d42d4758706e459" providerId="LiveId" clId="{765876C0-A616-4233-A846-14B1D41E165C}" dt="2026-10-14T03:42:16.667" v="1117" actId="1076"/>
          <ac:cxnSpMkLst>
            <pc:docMk/>
            <pc:sldMk cId="3094424552" sldId="259"/>
            <ac:cxnSpMk id="12" creationId="{D678E9BB-1F6E-51D8-E7E9-90BFFE0A667C}"/>
          </ac:cxnSpMkLst>
        </pc:cxnChg>
      </pc:sldChg>
      <pc:sldChg chg="addSp delSp modSp new mod">
        <pc:chgData name="Ankita Khetan" userId="7d42d4758706e459" providerId="LiveId" clId="{765876C0-A616-4233-A846-14B1D41E165C}" dt="2026-10-14T03:55:09.260" v="1511" actId="20577"/>
        <pc:sldMkLst>
          <pc:docMk/>
          <pc:sldMk cId="2819981147" sldId="260"/>
        </pc:sldMkLst>
        <pc:spChg chg="mod">
          <ac:chgData name="Ankita Khetan" userId="7d42d4758706e459" providerId="LiveId" clId="{765876C0-A616-4233-A846-14B1D41E165C}" dt="2026-10-14T03:44:27.632" v="1171" actId="27636"/>
          <ac:spMkLst>
            <pc:docMk/>
            <pc:sldMk cId="2819981147" sldId="260"/>
            <ac:spMk id="2" creationId="{EDB8ECD2-46EB-2F66-5B94-39F9210AD3BD}"/>
          </ac:spMkLst>
        </pc:spChg>
        <pc:spChg chg="mod">
          <ac:chgData name="Ankita Khetan" userId="7d42d4758706e459" providerId="LiveId" clId="{765876C0-A616-4233-A846-14B1D41E165C}" dt="2026-10-14T03:49:09.123" v="1201" actId="20578"/>
          <ac:spMkLst>
            <pc:docMk/>
            <pc:sldMk cId="2819981147" sldId="260"/>
            <ac:spMk id="3" creationId="{68E5404C-11B1-7C1A-3F98-35065D83E45C}"/>
          </ac:spMkLst>
        </pc:spChg>
        <pc:spChg chg="add del mod">
          <ac:chgData name="Ankita Khetan" userId="7d42d4758706e459" providerId="LiveId" clId="{765876C0-A616-4233-A846-14B1D41E165C}" dt="2026-10-14T03:48:21.910" v="1185" actId="478"/>
          <ac:spMkLst>
            <pc:docMk/>
            <pc:sldMk cId="2819981147" sldId="260"/>
            <ac:spMk id="4" creationId="{8E619E6B-55DA-F964-A203-60C403F9668F}"/>
          </ac:spMkLst>
        </pc:spChg>
        <pc:spChg chg="add mod">
          <ac:chgData name="Ankita Khetan" userId="7d42d4758706e459" providerId="LiveId" clId="{765876C0-A616-4233-A846-14B1D41E165C}" dt="2026-10-14T03:55:09.260" v="1511" actId="20577"/>
          <ac:spMkLst>
            <pc:docMk/>
            <pc:sldMk cId="2819981147" sldId="260"/>
            <ac:spMk id="13" creationId="{A03826B0-D2BF-1FCF-BA7B-45CA1BFD2D73}"/>
          </ac:spMkLst>
        </pc:spChg>
        <pc:graphicFrameChg chg="add mod">
          <ac:chgData name="Ankita Khetan" userId="7d42d4758706e459" providerId="LiveId" clId="{765876C0-A616-4233-A846-14B1D41E165C}" dt="2026-10-14T03:47:49.568" v="1178"/>
          <ac:graphicFrameMkLst>
            <pc:docMk/>
            <pc:sldMk cId="2819981147" sldId="260"/>
            <ac:graphicFrameMk id="5" creationId="{C4FF24F4-9816-957E-F597-C1A00EE497F2}"/>
          </ac:graphicFrameMkLst>
        </pc:graphicFrameChg>
        <pc:graphicFrameChg chg="add mod">
          <ac:chgData name="Ankita Khetan" userId="7d42d4758706e459" providerId="LiveId" clId="{765876C0-A616-4233-A846-14B1D41E165C}" dt="2026-10-14T03:47:57.299" v="1180"/>
          <ac:graphicFrameMkLst>
            <pc:docMk/>
            <pc:sldMk cId="2819981147" sldId="260"/>
            <ac:graphicFrameMk id="6" creationId="{D70DCB23-1C94-553F-C420-C4CBDE3BD483}"/>
          </ac:graphicFrameMkLst>
        </pc:graphicFrameChg>
        <pc:graphicFrameChg chg="add mod modGraphic">
          <ac:chgData name="Ankita Khetan" userId="7d42d4758706e459" providerId="LiveId" clId="{765876C0-A616-4233-A846-14B1D41E165C}" dt="2026-10-14T03:48:11.297" v="1184" actId="14734"/>
          <ac:graphicFrameMkLst>
            <pc:docMk/>
            <pc:sldMk cId="2819981147" sldId="260"/>
            <ac:graphicFrameMk id="7" creationId="{F9531C8B-7E3C-F3CF-D817-A30E8D6F30D6}"/>
          </ac:graphicFrameMkLst>
        </pc:graphicFrameChg>
        <pc:graphicFrameChg chg="add mod modGraphic">
          <ac:chgData name="Ankita Khetan" userId="7d42d4758706e459" providerId="LiveId" clId="{765876C0-A616-4233-A846-14B1D41E165C}" dt="2026-10-14T03:48:48.630" v="1197"/>
          <ac:graphicFrameMkLst>
            <pc:docMk/>
            <pc:sldMk cId="2819981147" sldId="260"/>
            <ac:graphicFrameMk id="8" creationId="{5FFE3922-8446-A070-9103-4AB34D756330}"/>
          </ac:graphicFrameMkLst>
        </pc:graphicFrameChg>
        <pc:graphicFrameChg chg="add del mod modGraphic">
          <ac:chgData name="Ankita Khetan" userId="7d42d4758706e459" providerId="LiveId" clId="{765876C0-A616-4233-A846-14B1D41E165C}" dt="2026-10-14T03:49:42.532" v="1208" actId="3680"/>
          <ac:graphicFrameMkLst>
            <pc:docMk/>
            <pc:sldMk cId="2819981147" sldId="260"/>
            <ac:graphicFrameMk id="9" creationId="{F3C537E6-ADBF-41FD-3BB4-679BD08726F1}"/>
          </ac:graphicFrameMkLst>
        </pc:graphicFrameChg>
        <pc:graphicFrameChg chg="add del">
          <ac:chgData name="Ankita Khetan" userId="7d42d4758706e459" providerId="LiveId" clId="{765876C0-A616-4233-A846-14B1D41E165C}" dt="2026-10-14T03:49:57.633" v="1210" actId="3680"/>
          <ac:graphicFrameMkLst>
            <pc:docMk/>
            <pc:sldMk cId="2819981147" sldId="260"/>
            <ac:graphicFrameMk id="10" creationId="{791F4C16-D191-1923-FC8E-85CF084E03AC}"/>
          </ac:graphicFrameMkLst>
        </pc:graphicFrameChg>
        <pc:graphicFrameChg chg="add mod modGraphic">
          <ac:chgData name="Ankita Khetan" userId="7d42d4758706e459" providerId="LiveId" clId="{765876C0-A616-4233-A846-14B1D41E165C}" dt="2026-10-14T03:51:40.097" v="1307" actId="14100"/>
          <ac:graphicFrameMkLst>
            <pc:docMk/>
            <pc:sldMk cId="2819981147" sldId="260"/>
            <ac:graphicFrameMk id="11" creationId="{541F7781-AA43-650D-CE4F-82D6C885689F}"/>
          </ac:graphicFrameMkLst>
        </pc:graphicFrameChg>
        <pc:graphicFrameChg chg="add mod">
          <ac:chgData name="Ankita Khetan" userId="7d42d4758706e459" providerId="LiveId" clId="{765876C0-A616-4233-A846-14B1D41E165C}" dt="2026-10-14T03:52:14.370" v="1312" actId="14100"/>
          <ac:graphicFrameMkLst>
            <pc:docMk/>
            <pc:sldMk cId="2819981147" sldId="260"/>
            <ac:graphicFrameMk id="12" creationId="{3879AE23-9807-9307-3F1F-ECFE28248814}"/>
          </ac:graphicFrameMkLst>
        </pc:graphicFrameChg>
      </pc:sldChg>
      <pc:sldChg chg="addSp delSp modSp new mod">
        <pc:chgData name="Ankita Khetan" userId="7d42d4758706e459" providerId="LiveId" clId="{765876C0-A616-4233-A846-14B1D41E165C}" dt="2026-10-14T04:02:15.933" v="1644" actId="403"/>
        <pc:sldMkLst>
          <pc:docMk/>
          <pc:sldMk cId="2718130916" sldId="261"/>
        </pc:sldMkLst>
        <pc:spChg chg="mod">
          <ac:chgData name="Ankita Khetan" userId="7d42d4758706e459" providerId="LiveId" clId="{765876C0-A616-4233-A846-14B1D41E165C}" dt="2026-10-14T03:56:49.563" v="1543" actId="14100"/>
          <ac:spMkLst>
            <pc:docMk/>
            <pc:sldMk cId="2718130916" sldId="261"/>
            <ac:spMk id="2" creationId="{019035C2-C49A-5311-38A7-8EFD7BF791ED}"/>
          </ac:spMkLst>
        </pc:spChg>
        <pc:spChg chg="mod">
          <ac:chgData name="Ankita Khetan" userId="7d42d4758706e459" providerId="LiveId" clId="{765876C0-A616-4233-A846-14B1D41E165C}" dt="2026-10-14T03:57:40.322" v="1557" actId="14100"/>
          <ac:spMkLst>
            <pc:docMk/>
            <pc:sldMk cId="2718130916" sldId="261"/>
            <ac:spMk id="3" creationId="{E31FA119-C5BA-357D-4600-ACAED0FCA605}"/>
          </ac:spMkLst>
        </pc:spChg>
        <pc:spChg chg="add del mod">
          <ac:chgData name="Ankita Khetan" userId="7d42d4758706e459" providerId="LiveId" clId="{765876C0-A616-4233-A846-14B1D41E165C}" dt="2026-10-14T04:00:32.229" v="1577" actId="11529"/>
          <ac:spMkLst>
            <pc:docMk/>
            <pc:sldMk cId="2718130916" sldId="261"/>
            <ac:spMk id="6" creationId="{22BF08F1-EAF1-32A7-F97B-8263A7AEA7DC}"/>
          </ac:spMkLst>
        </pc:spChg>
        <pc:spChg chg="add mod">
          <ac:chgData name="Ankita Khetan" userId="7d42d4758706e459" providerId="LiveId" clId="{765876C0-A616-4233-A846-14B1D41E165C}" dt="2026-10-14T04:02:15.933" v="1644" actId="403"/>
          <ac:spMkLst>
            <pc:docMk/>
            <pc:sldMk cId="2718130916" sldId="261"/>
            <ac:spMk id="7" creationId="{34629E10-06B9-E3C3-95FC-F01A6C685B2E}"/>
          </ac:spMkLst>
        </pc:spChg>
        <pc:graphicFrameChg chg="add del mod">
          <ac:chgData name="Ankita Khetan" userId="7d42d4758706e459" providerId="LiveId" clId="{765876C0-A616-4233-A846-14B1D41E165C}" dt="2026-10-14T04:00:39.199" v="1581" actId="403"/>
          <ac:graphicFrameMkLst>
            <pc:docMk/>
            <pc:sldMk cId="2718130916" sldId="261"/>
            <ac:graphicFrameMk id="4" creationId="{F3AC868B-977B-A452-098B-B177F551AEC0}"/>
          </ac:graphicFrameMkLst>
        </pc:graphicFrameChg>
        <pc:picChg chg="add del mod">
          <ac:chgData name="Ankita Khetan" userId="7d42d4758706e459" providerId="LiveId" clId="{765876C0-A616-4233-A846-14B1D41E165C}" dt="2026-10-14T04:00:32.912" v="1578" actId="34307"/>
          <ac:picMkLst>
            <pc:docMk/>
            <pc:sldMk cId="2718130916" sldId="261"/>
            <ac:picMk id="5" creationId="{0745B42B-F20E-53D8-937A-0DBB096C1C9B}"/>
          </ac:picMkLst>
        </pc:picChg>
      </pc:sldChg>
      <pc:sldChg chg="addSp modSp new mod">
        <pc:chgData name="Ankita Khetan" userId="7d42d4758706e459" providerId="LiveId" clId="{765876C0-A616-4233-A846-14B1D41E165C}" dt="2026-10-14T04:05:29.822" v="1699" actId="403"/>
        <pc:sldMkLst>
          <pc:docMk/>
          <pc:sldMk cId="2031092559" sldId="262"/>
        </pc:sldMkLst>
        <pc:spChg chg="mod">
          <ac:chgData name="Ankita Khetan" userId="7d42d4758706e459" providerId="LiveId" clId="{765876C0-A616-4233-A846-14B1D41E165C}" dt="2026-10-14T04:03:30.419" v="1684" actId="14100"/>
          <ac:spMkLst>
            <pc:docMk/>
            <pc:sldMk cId="2031092559" sldId="262"/>
            <ac:spMk id="2" creationId="{13971C75-7197-6889-F5C3-D325E844BBAF}"/>
          </ac:spMkLst>
        </pc:spChg>
        <pc:spChg chg="mod">
          <ac:chgData name="Ankita Khetan" userId="7d42d4758706e459" providerId="LiveId" clId="{765876C0-A616-4233-A846-14B1D41E165C}" dt="2026-10-14T04:05:24.114" v="1698" actId="20577"/>
          <ac:spMkLst>
            <pc:docMk/>
            <pc:sldMk cId="2031092559" sldId="262"/>
            <ac:spMk id="3" creationId="{1ADCF3FC-62DF-DBDC-2638-0388842FBD36}"/>
          </ac:spMkLst>
        </pc:spChg>
        <pc:graphicFrameChg chg="add mod">
          <ac:chgData name="Ankita Khetan" userId="7d42d4758706e459" providerId="LiveId" clId="{765876C0-A616-4233-A846-14B1D41E165C}" dt="2026-10-14T04:03:08.475" v="1648"/>
          <ac:graphicFrameMkLst>
            <pc:docMk/>
            <pc:sldMk cId="2031092559" sldId="262"/>
            <ac:graphicFrameMk id="4" creationId="{ECD985EC-A566-74C0-E587-B1EF5EB76C30}"/>
          </ac:graphicFrameMkLst>
        </pc:graphicFrameChg>
        <pc:graphicFrameChg chg="add mod">
          <ac:chgData name="Ankita Khetan" userId="7d42d4758706e459" providerId="LiveId" clId="{765876C0-A616-4233-A846-14B1D41E165C}" dt="2026-10-14T04:05:29.822" v="1699" actId="403"/>
          <ac:graphicFrameMkLst>
            <pc:docMk/>
            <pc:sldMk cId="2031092559" sldId="262"/>
            <ac:graphicFrameMk id="5" creationId="{ECD985EC-A566-74C0-E587-B1EF5EB76C30}"/>
          </ac:graphicFrameMkLst>
        </pc:graphicFrameChg>
      </pc:sldChg>
      <pc:sldChg chg="modSp new mod">
        <pc:chgData name="Ankita Khetan" userId="7d42d4758706e459" providerId="LiveId" clId="{765876C0-A616-4233-A846-14B1D41E165C}" dt="2026-10-14T04:28:44.073" v="2486" actId="14100"/>
        <pc:sldMkLst>
          <pc:docMk/>
          <pc:sldMk cId="3786524855" sldId="263"/>
        </pc:sldMkLst>
        <pc:spChg chg="mod">
          <ac:chgData name="Ankita Khetan" userId="7d42d4758706e459" providerId="LiveId" clId="{765876C0-A616-4233-A846-14B1D41E165C}" dt="2026-10-14T04:18:11.927" v="1887" actId="14100"/>
          <ac:spMkLst>
            <pc:docMk/>
            <pc:sldMk cId="3786524855" sldId="263"/>
            <ac:spMk id="2" creationId="{236C7019-B198-3E65-82EC-A2EA1EC927FE}"/>
          </ac:spMkLst>
        </pc:spChg>
        <pc:spChg chg="mod">
          <ac:chgData name="Ankita Khetan" userId="7d42d4758706e459" providerId="LiveId" clId="{765876C0-A616-4233-A846-14B1D41E165C}" dt="2026-10-14T04:28:44.073" v="2486" actId="14100"/>
          <ac:spMkLst>
            <pc:docMk/>
            <pc:sldMk cId="3786524855" sldId="263"/>
            <ac:spMk id="3" creationId="{EDC1BBDA-BB8C-7585-1969-6F10330E4F40}"/>
          </ac:spMkLst>
        </pc:spChg>
      </pc:sldChg>
      <pc:sldChg chg="modSp new mod">
        <pc:chgData name="Ankita Khetan" userId="7d42d4758706e459" providerId="LiveId" clId="{765876C0-A616-4233-A846-14B1D41E165C}" dt="2026-10-14T04:40:43.553" v="2972" actId="14100"/>
        <pc:sldMkLst>
          <pc:docMk/>
          <pc:sldMk cId="1421887092" sldId="264"/>
        </pc:sldMkLst>
        <pc:spChg chg="mod">
          <ac:chgData name="Ankita Khetan" userId="7d42d4758706e459" providerId="LiveId" clId="{765876C0-A616-4233-A846-14B1D41E165C}" dt="2026-10-14T04:40:43.553" v="2972" actId="14100"/>
          <ac:spMkLst>
            <pc:docMk/>
            <pc:sldMk cId="1421887092" sldId="264"/>
            <ac:spMk id="2" creationId="{F7BC293E-2B53-AE1A-BCBE-00813905BCEE}"/>
          </ac:spMkLst>
        </pc:spChg>
        <pc:spChg chg="mod">
          <ac:chgData name="Ankita Khetan" userId="7d42d4758706e459" providerId="LiveId" clId="{765876C0-A616-4233-A846-14B1D41E165C}" dt="2026-10-14T04:40:13.232" v="2969" actId="14100"/>
          <ac:spMkLst>
            <pc:docMk/>
            <pc:sldMk cId="1421887092" sldId="264"/>
            <ac:spMk id="3" creationId="{DFB78ABF-2E60-5CDE-24AD-D465D314ADC4}"/>
          </ac:spMkLst>
        </pc:spChg>
      </pc:sldChg>
      <pc:sldChg chg="modSp new mod">
        <pc:chgData name="Ankita Khetan" userId="7d42d4758706e459" providerId="LiveId" clId="{765876C0-A616-4233-A846-14B1D41E165C}" dt="2026-10-14T04:17:34.728" v="1783" actId="20577"/>
        <pc:sldMkLst>
          <pc:docMk/>
          <pc:sldMk cId="1124486261" sldId="265"/>
        </pc:sldMkLst>
        <pc:spChg chg="mod">
          <ac:chgData name="Ankita Khetan" userId="7d42d4758706e459" providerId="LiveId" clId="{765876C0-A616-4233-A846-14B1D41E165C}" dt="2026-10-14T04:17:22.674" v="1779" actId="403"/>
          <ac:spMkLst>
            <pc:docMk/>
            <pc:sldMk cId="1124486261" sldId="265"/>
            <ac:spMk id="2" creationId="{53CE3853-E5FA-9D54-C2A0-E3400F45E06D}"/>
          </ac:spMkLst>
        </pc:spChg>
        <pc:spChg chg="mod">
          <ac:chgData name="Ankita Khetan" userId="7d42d4758706e459" providerId="LiveId" clId="{765876C0-A616-4233-A846-14B1D41E165C}" dt="2026-10-14T04:17:34.728" v="1783" actId="20577"/>
          <ac:spMkLst>
            <pc:docMk/>
            <pc:sldMk cId="1124486261" sldId="265"/>
            <ac:spMk id="3" creationId="{DBE483D2-F9C2-E063-6474-4B2ADBA74A2F}"/>
          </ac:spMkLst>
        </pc:spChg>
      </pc:sldChg>
      <pc:sldMasterChg chg="setBg modSldLayout">
        <pc:chgData name="Ankita Khetan" userId="7d42d4758706e459" providerId="LiveId" clId="{765876C0-A616-4233-A846-14B1D41E165C}" dt="2026-10-13T12:34:12.811" v="6"/>
        <pc:sldMasterMkLst>
          <pc:docMk/>
          <pc:sldMasterMk cId="3849885740" sldId="2147483920"/>
        </pc:sldMasterMkLst>
        <pc:sldLayoutChg chg="setBg">
          <pc:chgData name="Ankita Khetan" userId="7d42d4758706e459" providerId="LiveId" clId="{765876C0-A616-4233-A846-14B1D41E165C}" dt="2026-10-13T12:34:12.811" v="6"/>
          <pc:sldLayoutMkLst>
            <pc:docMk/>
            <pc:sldMasterMk cId="3849885740" sldId="2147483920"/>
            <pc:sldLayoutMk cId="1664091278" sldId="2147483921"/>
          </pc:sldLayoutMkLst>
        </pc:sldLayoutChg>
        <pc:sldLayoutChg chg="setBg">
          <pc:chgData name="Ankita Khetan" userId="7d42d4758706e459" providerId="LiveId" clId="{765876C0-A616-4233-A846-14B1D41E165C}" dt="2026-10-13T12:34:12.811" v="6"/>
          <pc:sldLayoutMkLst>
            <pc:docMk/>
            <pc:sldMasterMk cId="3849885740" sldId="2147483920"/>
            <pc:sldLayoutMk cId="3115655920" sldId="2147483923"/>
          </pc:sldLayoutMkLst>
        </pc:sldLayoutChg>
        <pc:sldLayoutChg chg="setBg">
          <pc:chgData name="Ankita Khetan" userId="7d42d4758706e459" providerId="LiveId" clId="{765876C0-A616-4233-A846-14B1D41E165C}" dt="2026-10-13T12:34:12.811" v="6"/>
          <pc:sldLayoutMkLst>
            <pc:docMk/>
            <pc:sldMasterMk cId="3849885740" sldId="2147483920"/>
            <pc:sldLayoutMk cId="184748088" sldId="2147483924"/>
          </pc:sldLayoutMkLst>
        </pc:sldLayoutChg>
        <pc:sldLayoutChg chg="setBg">
          <pc:chgData name="Ankita Khetan" userId="7d42d4758706e459" providerId="LiveId" clId="{765876C0-A616-4233-A846-14B1D41E165C}" dt="2026-10-13T12:34:12.811" v="6"/>
          <pc:sldLayoutMkLst>
            <pc:docMk/>
            <pc:sldMasterMk cId="3849885740" sldId="2147483920"/>
            <pc:sldLayoutMk cId="91327931" sldId="2147483925"/>
          </pc:sldLayoutMkLst>
        </pc:sldLayoutChg>
        <pc:sldLayoutChg chg="setBg">
          <pc:chgData name="Ankita Khetan" userId="7d42d4758706e459" providerId="LiveId" clId="{765876C0-A616-4233-A846-14B1D41E165C}" dt="2026-10-13T12:34:12.811" v="6"/>
          <pc:sldLayoutMkLst>
            <pc:docMk/>
            <pc:sldMasterMk cId="3849885740" sldId="2147483920"/>
            <pc:sldLayoutMk cId="3463266090" sldId="2147483926"/>
          </pc:sldLayoutMkLst>
        </pc:sldLayoutChg>
        <pc:sldLayoutChg chg="setBg">
          <pc:chgData name="Ankita Khetan" userId="7d42d4758706e459" providerId="LiveId" clId="{765876C0-A616-4233-A846-14B1D41E165C}" dt="2026-10-13T12:34:12.811" v="6"/>
          <pc:sldLayoutMkLst>
            <pc:docMk/>
            <pc:sldMasterMk cId="3849885740" sldId="2147483920"/>
            <pc:sldLayoutMk cId="3737203193" sldId="2147483927"/>
          </pc:sldLayoutMkLst>
        </pc:sldLayoutChg>
        <pc:sldLayoutChg chg="setBg">
          <pc:chgData name="Ankita Khetan" userId="7d42d4758706e459" providerId="LiveId" clId="{765876C0-A616-4233-A846-14B1D41E165C}" dt="2026-10-13T12:34:12.811" v="6"/>
          <pc:sldLayoutMkLst>
            <pc:docMk/>
            <pc:sldMasterMk cId="3849885740" sldId="2147483920"/>
            <pc:sldLayoutMk cId="242912088" sldId="2147483939"/>
          </pc:sldLayoutMkLst>
        </pc:sldLayoutChg>
        <pc:sldLayoutChg chg="setBg">
          <pc:chgData name="Ankita Khetan" userId="7d42d4758706e459" providerId="LiveId" clId="{765876C0-A616-4233-A846-14B1D41E165C}" dt="2026-10-13T12:34:12.811" v="6"/>
          <pc:sldLayoutMkLst>
            <pc:docMk/>
            <pc:sldMasterMk cId="3849885740" sldId="2147483920"/>
            <pc:sldLayoutMk cId="653636825" sldId="2147483940"/>
          </pc:sldLayoutMkLst>
        </pc:sldLayoutChg>
        <pc:sldLayoutChg chg="setBg">
          <pc:chgData name="Ankita Khetan" userId="7d42d4758706e459" providerId="LiveId" clId="{765876C0-A616-4233-A846-14B1D41E165C}" dt="2026-10-13T12:34:12.811" v="6"/>
          <pc:sldLayoutMkLst>
            <pc:docMk/>
            <pc:sldMasterMk cId="3849885740" sldId="2147483920"/>
            <pc:sldLayoutMk cId="1319166592" sldId="2147483941"/>
          </pc:sldLayoutMkLst>
        </pc:sldLayoutChg>
        <pc:sldLayoutChg chg="setBg">
          <pc:chgData name="Ankita Khetan" userId="7d42d4758706e459" providerId="LiveId" clId="{765876C0-A616-4233-A846-14B1D41E165C}" dt="2026-10-13T12:34:12.811" v="6"/>
          <pc:sldLayoutMkLst>
            <pc:docMk/>
            <pc:sldMasterMk cId="3849885740" sldId="2147483920"/>
            <pc:sldLayoutMk cId="2267890045" sldId="2147483946"/>
          </pc:sldLayoutMkLst>
        </pc:sldLayoutChg>
        <pc:sldLayoutChg chg="setBg">
          <pc:chgData name="Ankita Khetan" userId="7d42d4758706e459" providerId="LiveId" clId="{765876C0-A616-4233-A846-14B1D41E165C}" dt="2026-10-13T12:34:12.811" v="6"/>
          <pc:sldLayoutMkLst>
            <pc:docMk/>
            <pc:sldMasterMk cId="3849885740" sldId="2147483920"/>
            <pc:sldLayoutMk cId="3246388317" sldId="2147483947"/>
          </pc:sldLayoutMkLst>
        </pc:sldLayoutChg>
      </pc:sldMasterChg>
      <pc:sldMasterChg chg="modSldLayout">
        <pc:chgData name="Ankita Khetan" userId="7d42d4758706e459" providerId="LiveId" clId="{765876C0-A616-4233-A846-14B1D41E165C}" dt="2026-10-13T12:43:45.035" v="72"/>
        <pc:sldMasterMkLst>
          <pc:docMk/>
          <pc:sldMasterMk cId="2516415664" sldId="2147484017"/>
        </pc:sldMasterMkLst>
        <pc:sldLayoutChg chg="delSp">
          <pc:chgData name="Ankita Khetan" userId="7d42d4758706e459" providerId="LiveId" clId="{765876C0-A616-4233-A846-14B1D41E165C}" dt="2026-10-13T12:43:45.035" v="72"/>
          <pc:sldLayoutMkLst>
            <pc:docMk/>
            <pc:sldMasterMk cId="2516415664" sldId="2147484017"/>
            <pc:sldLayoutMk cId="732370937" sldId="2147484045"/>
          </pc:sldLayoutMkLst>
          <pc:cxnChg chg="del">
            <ac:chgData name="Ankita Khetan" userId="7d42d4758706e459" providerId="LiveId" clId="{765876C0-A616-4233-A846-14B1D41E165C}" dt="2026-10-13T12:43:45.035" v="72"/>
            <ac:cxnSpMkLst>
              <pc:docMk/>
              <pc:sldMasterMk cId="2516415664" sldId="2147484017"/>
              <pc:sldLayoutMk cId="732370937" sldId="2147484045"/>
              <ac:cxnSpMk id="7" creationId="{77C4A186-7A3C-2849-F4A7-5B5565EB29E6}"/>
            </ac:cxnSpMkLst>
          </pc:cxnChg>
          <pc:cxnChg chg="del">
            <ac:chgData name="Ankita Khetan" userId="7d42d4758706e459" providerId="LiveId" clId="{765876C0-A616-4233-A846-14B1D41E165C}" dt="2026-10-13T12:43:45.035" v="72"/>
            <ac:cxnSpMkLst>
              <pc:docMk/>
              <pc:sldMasterMk cId="2516415664" sldId="2147484017"/>
              <pc:sldLayoutMk cId="732370937" sldId="2147484045"/>
              <ac:cxnSpMk id="10" creationId="{90C7E87E-EC44-47F9-6172-5EEA03DE5D87}"/>
            </ac:cxnSpMkLst>
          </pc:cxn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d42d4758706e459/Documents/Project%2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d42d4758706e459/Documents/Project%20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d42d4758706e459/Documents/Project%20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Rounded MT Bold" panose="020F0704030504030204" pitchFamily="34" charset="0"/>
                <a:ea typeface="+mn-ea"/>
                <a:cs typeface="+mn-cs"/>
              </a:defRPr>
            </a:pPr>
            <a:r>
              <a:rPr lang="en-US" b="1">
                <a:latin typeface="Arial Rounded MT Bold" panose="020F0704030504030204" pitchFamily="34" charset="0"/>
              </a:rPr>
              <a:t>Weather</a:t>
            </a:r>
            <a:r>
              <a:rPr lang="en-US" b="1" baseline="0">
                <a:latin typeface="Arial Rounded MT Bold" panose="020F0704030504030204" pitchFamily="34" charset="0"/>
              </a:rPr>
              <a:t> Impact</a:t>
            </a:r>
            <a:endParaRPr lang="en-US" b="1">
              <a:latin typeface="Arial Rounded MT Bold" panose="020F07040305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 Rounded MT Bold" panose="020F0704030504030204" pitchFamily="34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'Weater impact on rentals'!$E$5</c:f>
              <c:strCache>
                <c:ptCount val="1"/>
                <c:pt idx="0">
                  <c:v>Total count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strRef>
              <c:f>'Weater impact on rentals'!$D$6:$D$9</c:f>
              <c:strCache>
                <c:ptCount val="4"/>
                <c:pt idx="0">
                  <c:v>Clear</c:v>
                </c:pt>
                <c:pt idx="1">
                  <c:v>Cloudy</c:v>
                </c:pt>
                <c:pt idx="2">
                  <c:v>Light Rain</c:v>
                </c:pt>
                <c:pt idx="3">
                  <c:v>Heavy Rain</c:v>
                </c:pt>
              </c:strCache>
            </c:strRef>
          </c:xVal>
          <c:yVal>
            <c:numRef>
              <c:f>'Weater impact on rentals'!$E$6:$E$9</c:f>
              <c:numCache>
                <c:formatCode>General</c:formatCode>
                <c:ptCount val="4"/>
                <c:pt idx="0">
                  <c:v>37373</c:v>
                </c:pt>
                <c:pt idx="1">
                  <c:v>2789</c:v>
                </c:pt>
                <c:pt idx="2">
                  <c:v>18106</c:v>
                </c:pt>
                <c:pt idx="3">
                  <c:v>36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4C8-452C-99C7-99CFA6B3977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axId val="1704792000"/>
        <c:axId val="1087983440"/>
      </c:scatterChart>
      <c:valAx>
        <c:axId val="17047920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87983440"/>
        <c:crosses val="autoZero"/>
        <c:crossBetween val="midCat"/>
      </c:valAx>
      <c:valAx>
        <c:axId val="1087983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47920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BD7-40E8-9407-C19BCA6DC7FF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BD7-40E8-9407-C19BCA6DC7FF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'Reg Vs Casual riders'!$H$3:$H$4</c:f>
              <c:strCache>
                <c:ptCount val="2"/>
                <c:pt idx="0">
                  <c:v>Average of registered</c:v>
                </c:pt>
                <c:pt idx="1">
                  <c:v>Average of casual</c:v>
                </c:pt>
              </c:strCache>
            </c:strRef>
          </c:cat>
          <c:val>
            <c:numRef>
              <c:f>'Reg Vs Casual riders'!$I$3:$I$4</c:f>
              <c:numCache>
                <c:formatCode>General</c:formatCode>
                <c:ptCount val="2"/>
                <c:pt idx="0">
                  <c:v>53.383000000000003</c:v>
                </c:pt>
                <c:pt idx="1">
                  <c:v>4.9210000000000003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BD7-40E8-9407-C19BCA6DC7FF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'Ridership by day'!$B$2</c:f>
              <c:strCache>
                <c:ptCount val="1"/>
                <c:pt idx="0">
                  <c:v>Sum of casual riders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'Ridership by day'!$A$3:$A$9</c:f>
              <c:strCache>
                <c:ptCount val="7"/>
                <c:pt idx="0">
                  <c:v>Saturday</c:v>
                </c:pt>
                <c:pt idx="1">
                  <c:v>Sunday</c:v>
                </c:pt>
                <c:pt idx="2">
                  <c:v>Monday</c:v>
                </c:pt>
                <c:pt idx="3">
                  <c:v>Tuesday</c:v>
                </c:pt>
                <c:pt idx="4">
                  <c:v>Wednesday</c:v>
                </c:pt>
                <c:pt idx="5">
                  <c:v>Thursday</c:v>
                </c:pt>
                <c:pt idx="6">
                  <c:v>Friday</c:v>
                </c:pt>
              </c:strCache>
            </c:strRef>
          </c:cat>
          <c:val>
            <c:numRef>
              <c:f>'Ridership by day'!$B$3:$B$9</c:f>
              <c:numCache>
                <c:formatCode>General</c:formatCode>
                <c:ptCount val="7"/>
                <c:pt idx="0">
                  <c:v>1225</c:v>
                </c:pt>
                <c:pt idx="1">
                  <c:v>1477</c:v>
                </c:pt>
                <c:pt idx="2">
                  <c:v>534</c:v>
                </c:pt>
                <c:pt idx="3">
                  <c:v>457</c:v>
                </c:pt>
                <c:pt idx="4">
                  <c:v>344</c:v>
                </c:pt>
                <c:pt idx="5">
                  <c:v>332</c:v>
                </c:pt>
                <c:pt idx="6">
                  <c:v>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2A-46B8-93DB-D471BE559CA5}"/>
            </c:ext>
          </c:extLst>
        </c:ser>
        <c:ser>
          <c:idx val="1"/>
          <c:order val="1"/>
          <c:tx>
            <c:strRef>
              <c:f>'Ridership by day'!$C$2</c:f>
              <c:strCache>
                <c:ptCount val="1"/>
                <c:pt idx="0">
                  <c:v>Sum of registered riders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'Ridership by day'!$A$3:$A$9</c:f>
              <c:strCache>
                <c:ptCount val="7"/>
                <c:pt idx="0">
                  <c:v>Saturday</c:v>
                </c:pt>
                <c:pt idx="1">
                  <c:v>Sunday</c:v>
                </c:pt>
                <c:pt idx="2">
                  <c:v>Monday</c:v>
                </c:pt>
                <c:pt idx="3">
                  <c:v>Tuesday</c:v>
                </c:pt>
                <c:pt idx="4">
                  <c:v>Wednesday</c:v>
                </c:pt>
                <c:pt idx="5">
                  <c:v>Thursday</c:v>
                </c:pt>
                <c:pt idx="6">
                  <c:v>Friday</c:v>
                </c:pt>
              </c:strCache>
            </c:strRef>
          </c:cat>
          <c:val>
            <c:numRef>
              <c:f>'Ridership by day'!$C$3:$C$9</c:f>
              <c:numCache>
                <c:formatCode>General</c:formatCode>
                <c:ptCount val="7"/>
                <c:pt idx="0">
                  <c:v>6523</c:v>
                </c:pt>
                <c:pt idx="1">
                  <c:v>6644</c:v>
                </c:pt>
                <c:pt idx="2">
                  <c:v>7916</c:v>
                </c:pt>
                <c:pt idx="3">
                  <c:v>7926</c:v>
                </c:pt>
                <c:pt idx="4">
                  <c:v>7705</c:v>
                </c:pt>
                <c:pt idx="5">
                  <c:v>8126</c:v>
                </c:pt>
                <c:pt idx="6">
                  <c:v>8543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32A-46B8-93DB-D471BE559CA5}"/>
            </c:ext>
          </c:extLst>
        </c:ser>
        <c:ser>
          <c:idx val="2"/>
          <c:order val="2"/>
          <c:tx>
            <c:strRef>
              <c:f>'Ridership by day'!$D$2</c:f>
              <c:strCache>
                <c:ptCount val="1"/>
                <c:pt idx="0">
                  <c:v>Sum of  total riders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'Ridership by day'!$A$3:$A$9</c:f>
              <c:strCache>
                <c:ptCount val="7"/>
                <c:pt idx="0">
                  <c:v>Saturday</c:v>
                </c:pt>
                <c:pt idx="1">
                  <c:v>Sunday</c:v>
                </c:pt>
                <c:pt idx="2">
                  <c:v>Monday</c:v>
                </c:pt>
                <c:pt idx="3">
                  <c:v>Tuesday</c:v>
                </c:pt>
                <c:pt idx="4">
                  <c:v>Wednesday</c:v>
                </c:pt>
                <c:pt idx="5">
                  <c:v>Thursday</c:v>
                </c:pt>
                <c:pt idx="6">
                  <c:v>Friday</c:v>
                </c:pt>
              </c:strCache>
            </c:strRef>
          </c:cat>
          <c:val>
            <c:numRef>
              <c:f>'Ridership by day'!$D$3:$D$9</c:f>
              <c:numCache>
                <c:formatCode>General</c:formatCode>
                <c:ptCount val="7"/>
                <c:pt idx="0">
                  <c:v>7748</c:v>
                </c:pt>
                <c:pt idx="1">
                  <c:v>8121</c:v>
                </c:pt>
                <c:pt idx="2">
                  <c:v>8450</c:v>
                </c:pt>
                <c:pt idx="3">
                  <c:v>8383</c:v>
                </c:pt>
                <c:pt idx="4">
                  <c:v>8049</c:v>
                </c:pt>
                <c:pt idx="5">
                  <c:v>8458</c:v>
                </c:pt>
                <c:pt idx="6">
                  <c:v>9095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32A-46B8-93DB-D471BE559C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71084816"/>
        <c:axId val="2013337328"/>
      </c:barChart>
      <c:catAx>
        <c:axId val="2071084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13337328"/>
        <c:crosses val="autoZero"/>
        <c:auto val="1"/>
        <c:lblAlgn val="ctr"/>
        <c:lblOffset val="100"/>
        <c:noMultiLvlLbl val="0"/>
      </c:catAx>
      <c:valAx>
        <c:axId val="201333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71084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2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2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513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37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545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123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162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6596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758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98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998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51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41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712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326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412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392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993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689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6635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257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3804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3691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2689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6450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2902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000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55859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9331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67201AE-EC72-4889-81D2-58C46C8FF332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672539E1-B62D-4895-9743-81CA81EF8C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449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50" r:id="rId4"/>
    <p:sldLayoutId id="2147484151" r:id="rId5"/>
    <p:sldLayoutId id="2147484152" r:id="rId6"/>
    <p:sldLayoutId id="2147484153" r:id="rId7"/>
    <p:sldLayoutId id="2147484154" r:id="rId8"/>
    <p:sldLayoutId id="2147484155" r:id="rId9"/>
    <p:sldLayoutId id="2147484156" r:id="rId10"/>
    <p:sldLayoutId id="2147484157" r:id="rId11"/>
    <p:sldLayoutId id="2147484158" r:id="rId12"/>
    <p:sldLayoutId id="2147484159" r:id="rId13"/>
    <p:sldLayoutId id="2147484160" r:id="rId14"/>
    <p:sldLayoutId id="2147484161" r:id="rId15"/>
    <p:sldLayoutId id="2147484162" r:id="rId16"/>
    <p:sldLayoutId id="2147484163" r:id="rId17"/>
    <p:sldLayoutId id="2147484164" r:id="rId18"/>
    <p:sldLayoutId id="2147484165" r:id="rId19"/>
    <p:sldLayoutId id="2147484166" r:id="rId20"/>
    <p:sldLayoutId id="2147484167" r:id="rId21"/>
    <p:sldLayoutId id="2147484168" r:id="rId22"/>
    <p:sldLayoutId id="2147484169" r:id="rId23"/>
    <p:sldLayoutId id="2147484170" r:id="rId24"/>
    <p:sldLayoutId id="2147484171" r:id="rId25"/>
    <p:sldLayoutId id="2147484172" r:id="rId26"/>
    <p:sldLayoutId id="2147484173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6B5A-F2C2-A0AD-2FB3-3BD31FD20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78580"/>
          </a:xfrm>
        </p:spPr>
        <p:txBody>
          <a:bodyPr>
            <a:normAutofit fontScale="90000"/>
          </a:bodyPr>
          <a:lstStyle/>
          <a:p>
            <a:r>
              <a:rPr lang="en-US" sz="5400" b="1" dirty="0"/>
              <a:t>BIKE SHARING DATA ANALYSIS</a:t>
            </a:r>
            <a:endParaRPr lang="en-IN" sz="5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C2970-600A-5D7B-35C0-977A26B5F7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2486" y="3079525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/>
              <a:t>NEXT HIKES IT </a:t>
            </a:r>
            <a:r>
              <a:rPr lang="en-US" sz="3600" dirty="0"/>
              <a:t>SOLUTION</a:t>
            </a:r>
          </a:p>
          <a:p>
            <a:endParaRPr lang="en-US" sz="3600" dirty="0"/>
          </a:p>
          <a:p>
            <a:r>
              <a:rPr lang="en-US" sz="3200" dirty="0"/>
              <a:t>BY Ankita</a:t>
            </a:r>
          </a:p>
        </p:txBody>
      </p:sp>
    </p:spTree>
    <p:extLst>
      <p:ext uri="{BB962C8B-B14F-4D97-AF65-F5344CB8AC3E}">
        <p14:creationId xmlns:p14="http://schemas.microsoft.com/office/powerpoint/2010/main" val="3685695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8BCC7-C39F-B0DB-A2BF-0035F6F2E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66058"/>
            <a:ext cx="7173686" cy="1567542"/>
          </a:xfrm>
        </p:spPr>
        <p:txBody>
          <a:bodyPr>
            <a:normAutofit/>
          </a:bodyPr>
          <a:lstStyle/>
          <a:p>
            <a:r>
              <a:rPr lang="en-US" dirty="0"/>
              <a:t>Project objective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ACE31A-CE77-73F0-A3A0-54FC52EA8A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186542" y="1774371"/>
            <a:ext cx="8610600" cy="3526971"/>
          </a:xfrm>
        </p:spPr>
        <p:txBody>
          <a:bodyPr>
            <a:normAutofit/>
          </a:bodyPr>
          <a:lstStyle/>
          <a:p>
            <a:pPr marL="285750" indent="-285750" algn="l">
              <a:buClr>
                <a:srgbClr val="00206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/>
              <a:t> To analyze the dataset and understand the key characters</a:t>
            </a:r>
          </a:p>
          <a:p>
            <a:pPr marL="285750" indent="-285750" algn="l">
              <a:buClr>
                <a:srgbClr val="00206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/>
              <a:t> To clean and organize the data for accurate analysis</a:t>
            </a:r>
          </a:p>
          <a:p>
            <a:pPr marL="285750" indent="-285750" algn="l">
              <a:buClr>
                <a:srgbClr val="00206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/>
              <a:t> Get meaningful insights from the data</a:t>
            </a:r>
          </a:p>
          <a:p>
            <a:pPr marL="285750" indent="-285750" algn="l">
              <a:buClr>
                <a:srgbClr val="00206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/>
              <a:t> To use formulas, tables, and charts to analyze  and visualize information </a:t>
            </a:r>
          </a:p>
          <a:p>
            <a:pPr marL="285750" indent="-285750" algn="l">
              <a:buClr>
                <a:srgbClr val="00206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/>
              <a:t> To present the findings in a clear and understandable format</a:t>
            </a:r>
          </a:p>
        </p:txBody>
      </p:sp>
    </p:spTree>
    <p:extLst>
      <p:ext uri="{BB962C8B-B14F-4D97-AF65-F5344CB8AC3E}">
        <p14:creationId xmlns:p14="http://schemas.microsoft.com/office/powerpoint/2010/main" val="2350948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30E84-0335-707D-DB5A-E91E3D80B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22515"/>
            <a:ext cx="7505700" cy="1393372"/>
          </a:xfrm>
        </p:spPr>
        <p:txBody>
          <a:bodyPr>
            <a:normAutofit/>
          </a:bodyPr>
          <a:lstStyle/>
          <a:p>
            <a:r>
              <a:rPr lang="en-US" sz="6600" dirty="0"/>
              <a:t>Project</a:t>
            </a:r>
            <a:r>
              <a:rPr lang="en-US" dirty="0"/>
              <a:t> overview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211DB-8DF1-82DD-6455-5DAE2748A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2231571"/>
            <a:ext cx="10341429" cy="3864429"/>
          </a:xfrm>
        </p:spPr>
        <p:txBody>
          <a:bodyPr/>
          <a:lstStyle/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r"/>
            <a:endParaRPr lang="en-US" dirty="0"/>
          </a:p>
          <a:p>
            <a:pPr algn="l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338618-EFA4-B48F-CC27-0585A6112C9C}"/>
              </a:ext>
            </a:extLst>
          </p:cNvPr>
          <p:cNvSpPr/>
          <p:nvPr/>
        </p:nvSpPr>
        <p:spPr>
          <a:xfrm>
            <a:off x="1752600" y="2231572"/>
            <a:ext cx="2514600" cy="11756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/>
              <a:t>610</a:t>
            </a:r>
          </a:p>
          <a:p>
            <a:r>
              <a:rPr lang="en-US" dirty="0"/>
              <a:t>Dataset1 records</a:t>
            </a:r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10FD56-C7F1-7C00-DED7-161ED0572B78}"/>
              </a:ext>
            </a:extLst>
          </p:cNvPr>
          <p:cNvSpPr/>
          <p:nvPr/>
        </p:nvSpPr>
        <p:spPr>
          <a:xfrm>
            <a:off x="4991100" y="2231572"/>
            <a:ext cx="2514600" cy="11756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/>
              <a:t>610</a:t>
            </a:r>
          </a:p>
          <a:p>
            <a:r>
              <a:rPr lang="en-US" dirty="0"/>
              <a:t>Dataset 2 records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EAB673-591B-BBD4-FC65-7B63487A826D}"/>
              </a:ext>
            </a:extLst>
          </p:cNvPr>
          <p:cNvSpPr/>
          <p:nvPr/>
        </p:nvSpPr>
        <p:spPr>
          <a:xfrm>
            <a:off x="8229600" y="2231572"/>
            <a:ext cx="2514600" cy="117565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/>
              <a:t>390</a:t>
            </a:r>
          </a:p>
          <a:p>
            <a:r>
              <a:rPr lang="en-US" dirty="0"/>
              <a:t>Dataset 3 records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D4E855-60D6-B5E4-E1F4-51D744F286FD}"/>
              </a:ext>
            </a:extLst>
          </p:cNvPr>
          <p:cNvSpPr/>
          <p:nvPr/>
        </p:nvSpPr>
        <p:spPr>
          <a:xfrm>
            <a:off x="2035628" y="3934088"/>
            <a:ext cx="3842657" cy="103414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Combined Data</a:t>
            </a:r>
          </a:p>
          <a:p>
            <a:r>
              <a:rPr lang="en-US" sz="2000" dirty="0"/>
              <a:t>Dataset A = dataset 1 + Dataset  2</a:t>
            </a:r>
            <a:endParaRPr lang="en-IN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AE7E47-5ACC-1801-2CBA-B0F487736775}"/>
              </a:ext>
            </a:extLst>
          </p:cNvPr>
          <p:cNvSpPr/>
          <p:nvPr/>
        </p:nvSpPr>
        <p:spPr>
          <a:xfrm>
            <a:off x="6770914" y="3934088"/>
            <a:ext cx="3624943" cy="103414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/>
              <a:t>Final Dataset</a:t>
            </a:r>
          </a:p>
          <a:p>
            <a:r>
              <a:rPr lang="en-US" sz="2000" dirty="0"/>
              <a:t>Dataset A + Dataset 3</a:t>
            </a:r>
          </a:p>
        </p:txBody>
      </p:sp>
    </p:spTree>
    <p:extLst>
      <p:ext uri="{BB962C8B-B14F-4D97-AF65-F5344CB8AC3E}">
        <p14:creationId xmlns:p14="http://schemas.microsoft.com/office/powerpoint/2010/main" val="65485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7772-2500-3A99-85B2-690F2B403E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20486"/>
            <a:ext cx="7478486" cy="1719943"/>
          </a:xfrm>
        </p:spPr>
        <p:txBody>
          <a:bodyPr>
            <a:normAutofit/>
          </a:bodyPr>
          <a:lstStyle/>
          <a:p>
            <a:r>
              <a:rPr lang="en-US" sz="6600" dirty="0"/>
              <a:t>Project</a:t>
            </a:r>
            <a:r>
              <a:rPr lang="en-US" sz="6600" b="1" dirty="0"/>
              <a:t> </a:t>
            </a:r>
            <a:r>
              <a:rPr lang="en-US" sz="6600" dirty="0"/>
              <a:t>workflow</a:t>
            </a:r>
            <a:endParaRPr lang="en-IN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A2192-22FA-1476-5171-256340850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7830" y="2024743"/>
            <a:ext cx="11604170" cy="4504491"/>
          </a:xfrm>
        </p:spPr>
        <p:txBody>
          <a:bodyPr/>
          <a:lstStyle/>
          <a:p>
            <a:r>
              <a:rPr lang="en-US" dirty="0"/>
              <a:t>                                                                                                       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09B580-2DED-7818-C93E-A716C6063B6B}"/>
              </a:ext>
            </a:extLst>
          </p:cNvPr>
          <p:cNvSpPr/>
          <p:nvPr/>
        </p:nvSpPr>
        <p:spPr>
          <a:xfrm>
            <a:off x="1099457" y="2318658"/>
            <a:ext cx="3635829" cy="12758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Step 1 Data Collection </a:t>
            </a:r>
          </a:p>
          <a:p>
            <a:r>
              <a:rPr lang="en-US" dirty="0"/>
              <a:t>Import the three rental bike        dataset into excel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1C8CC9-01ED-5E2D-97FC-08508DCDE108}"/>
              </a:ext>
            </a:extLst>
          </p:cNvPr>
          <p:cNvCxnSpPr>
            <a:cxnSpLocks/>
          </p:cNvCxnSpPr>
          <p:nvPr/>
        </p:nvCxnSpPr>
        <p:spPr>
          <a:xfrm>
            <a:off x="5094514" y="3287486"/>
            <a:ext cx="100148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AF967910-2134-3CA9-CB68-480F0AC189C6}"/>
              </a:ext>
            </a:extLst>
          </p:cNvPr>
          <p:cNvSpPr/>
          <p:nvPr/>
        </p:nvSpPr>
        <p:spPr>
          <a:xfrm>
            <a:off x="6379030" y="2318658"/>
            <a:ext cx="3635829" cy="127582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dirty="0"/>
              <a:t>Step 2 Data Integration</a:t>
            </a:r>
          </a:p>
          <a:p>
            <a:r>
              <a:rPr lang="en-US" dirty="0"/>
              <a:t>Combine data using power query</a:t>
            </a:r>
            <a:endParaRPr lang="en-IN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78E9BB-1F6E-51D8-E7E9-90BFFE0A667C}"/>
              </a:ext>
            </a:extLst>
          </p:cNvPr>
          <p:cNvCxnSpPr>
            <a:cxnSpLocks/>
          </p:cNvCxnSpPr>
          <p:nvPr/>
        </p:nvCxnSpPr>
        <p:spPr>
          <a:xfrm>
            <a:off x="5595257" y="4336859"/>
            <a:ext cx="1001486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6182804-6C7E-192E-D6AA-42248CDFA835}"/>
              </a:ext>
            </a:extLst>
          </p:cNvPr>
          <p:cNvSpPr/>
          <p:nvPr/>
        </p:nvSpPr>
        <p:spPr>
          <a:xfrm>
            <a:off x="859972" y="3803461"/>
            <a:ext cx="4593771" cy="12017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Step 3 Data Cleaning  &amp; Validation</a:t>
            </a:r>
          </a:p>
          <a:p>
            <a:r>
              <a:rPr lang="en-US" dirty="0"/>
              <a:t>Check missing values , data type s. dates &amp; duplicate records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2A4436-C6BE-0B40-A9AB-ED16CC6CB538}"/>
              </a:ext>
            </a:extLst>
          </p:cNvPr>
          <p:cNvSpPr/>
          <p:nvPr/>
        </p:nvSpPr>
        <p:spPr>
          <a:xfrm>
            <a:off x="6738258" y="3803461"/>
            <a:ext cx="4114800" cy="123225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/>
              <a:t>Step 4 Final Dataset &amp; Analysis</a:t>
            </a:r>
          </a:p>
          <a:p>
            <a:r>
              <a:rPr lang="en-US" dirty="0"/>
              <a:t>Integrate dataset 3 as required, then prepare charts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4424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ECD2-46EB-2F66-5B94-39F9210AD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11629"/>
            <a:ext cx="10555778" cy="1458686"/>
          </a:xfrm>
        </p:spPr>
        <p:txBody>
          <a:bodyPr>
            <a:normAutofit/>
          </a:bodyPr>
          <a:lstStyle/>
          <a:p>
            <a:r>
              <a:rPr lang="en-US" sz="6000" dirty="0"/>
              <a:t>Weather Impact on Ridership</a:t>
            </a:r>
            <a:endParaRPr lang="en-IN" sz="6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E5404C-11B1-7C1A-3F98-35065D83E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828801"/>
            <a:ext cx="10831286" cy="4700434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41F7781-AA43-650D-CE4F-82D6C8856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9425028"/>
              </p:ext>
            </p:extLst>
          </p:nvPr>
        </p:nvGraphicFramePr>
        <p:xfrm>
          <a:off x="413657" y="2100944"/>
          <a:ext cx="355963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815">
                  <a:extLst>
                    <a:ext uri="{9D8B030D-6E8A-4147-A177-3AD203B41FA5}">
                      <a16:colId xmlns:a16="http://schemas.microsoft.com/office/drawing/2014/main" val="3531067276"/>
                    </a:ext>
                  </a:extLst>
                </a:gridCol>
                <a:gridCol w="1779815">
                  <a:extLst>
                    <a:ext uri="{9D8B030D-6E8A-4147-A177-3AD203B41FA5}">
                      <a16:colId xmlns:a16="http://schemas.microsoft.com/office/drawing/2014/main" val="3021356360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lang="en-US" dirty="0"/>
                        <a:t>Weather situation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Count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180790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dirty="0"/>
                        <a:t>Clear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37373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15597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dirty="0"/>
                        <a:t>Cloudy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2789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47381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dirty="0"/>
                        <a:t>Light Rain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18106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093387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lang="en-US" dirty="0"/>
                        <a:t>Heavy Rain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904761"/>
                  </a:ext>
                </a:extLst>
              </a:tr>
            </a:tbl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3879AE23-9807-9307-3F1F-ECFE282488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3174480"/>
              </p:ext>
            </p:extLst>
          </p:nvPr>
        </p:nvGraphicFramePr>
        <p:xfrm>
          <a:off x="4441371" y="2057400"/>
          <a:ext cx="6193972" cy="3722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A03826B0-D2BF-1FCF-BA7B-45CA1BFD2D73}"/>
              </a:ext>
            </a:extLst>
          </p:cNvPr>
          <p:cNvSpPr/>
          <p:nvPr/>
        </p:nvSpPr>
        <p:spPr>
          <a:xfrm>
            <a:off x="544286" y="5040086"/>
            <a:ext cx="3559630" cy="13062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Weather  impact the ridership, In clear weather there is high number of riders but changing  weather impact the count.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9981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35C2-C49A-5311-38A7-8EFD7BF79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172" y="457200"/>
            <a:ext cx="8686800" cy="1839686"/>
          </a:xfrm>
        </p:spPr>
        <p:txBody>
          <a:bodyPr/>
          <a:lstStyle/>
          <a:p>
            <a:r>
              <a:rPr lang="en-US" dirty="0"/>
              <a:t>Registered Vs Casual Riders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FA119-C5BA-357D-4600-ACAED0FCA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6058" y="1937657"/>
            <a:ext cx="10570028" cy="4591577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3AC868B-977B-A452-098B-B177F551AE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8060643"/>
              </p:ext>
            </p:extLst>
          </p:nvPr>
        </p:nvGraphicFramePr>
        <p:xfrm>
          <a:off x="1415143" y="2296885"/>
          <a:ext cx="5900057" cy="34507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4629E10-06B9-E3C3-95FC-F01A6C685B2E}"/>
              </a:ext>
            </a:extLst>
          </p:cNvPr>
          <p:cNvSpPr/>
          <p:nvPr/>
        </p:nvSpPr>
        <p:spPr>
          <a:xfrm>
            <a:off x="8752114" y="2536371"/>
            <a:ext cx="2220686" cy="24928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92%</a:t>
            </a:r>
          </a:p>
          <a:p>
            <a:r>
              <a:rPr lang="en-US" sz="2000" dirty="0"/>
              <a:t>Registered Riders</a:t>
            </a:r>
          </a:p>
          <a:p>
            <a:endParaRPr lang="en-US" dirty="0"/>
          </a:p>
          <a:p>
            <a:r>
              <a:rPr lang="en-US" sz="4400" b="1" dirty="0"/>
              <a:t>8% </a:t>
            </a:r>
          </a:p>
          <a:p>
            <a:r>
              <a:rPr lang="en-US" sz="2000" dirty="0"/>
              <a:t>Casual Riders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18130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71C75-7197-6889-F5C3-D325E844BB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" y="653143"/>
            <a:ext cx="10403378" cy="1632857"/>
          </a:xfrm>
        </p:spPr>
        <p:txBody>
          <a:bodyPr/>
          <a:lstStyle/>
          <a:p>
            <a:r>
              <a:rPr lang="en-US" dirty="0"/>
              <a:t>Daily Composition of Bike Riders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CF3FC-62DF-DBDC-2638-0388842FB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2515" y="1981201"/>
            <a:ext cx="9503228" cy="3548742"/>
          </a:xfrm>
        </p:spPr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CD985EC-A566-74C0-E587-B1EF5EB76C3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7513557"/>
              </p:ext>
            </p:extLst>
          </p:nvPr>
        </p:nvGraphicFramePr>
        <p:xfrm>
          <a:off x="925285" y="2057399"/>
          <a:ext cx="7957457" cy="33963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3109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C7019-B198-3E65-82EC-A2EA1EC927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486" y="631373"/>
            <a:ext cx="5747657" cy="1426028"/>
          </a:xfrm>
        </p:spPr>
        <p:txBody>
          <a:bodyPr>
            <a:normAutofit/>
          </a:bodyPr>
          <a:lstStyle/>
          <a:p>
            <a:r>
              <a:rPr lang="en-US" sz="7200" dirty="0"/>
              <a:t>Key Insights</a:t>
            </a:r>
            <a:endParaRPr lang="en-IN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1BBDA-BB8C-7585-1969-6F10330E4F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1744" y="2057401"/>
            <a:ext cx="11070770" cy="2971799"/>
          </a:xfrm>
        </p:spPr>
        <p:txBody>
          <a:bodyPr/>
          <a:lstStyle/>
          <a:p>
            <a:pPr algn="l"/>
            <a:r>
              <a:rPr lang="en-US" b="1" dirty="0"/>
              <a:t>Registered Vs Casual Riders </a:t>
            </a:r>
          </a:p>
          <a:p>
            <a:pPr algn="l"/>
            <a:r>
              <a:rPr lang="en-US" dirty="0"/>
              <a:t>  Registered riders  are 92% to  total riders but casual are only 8%</a:t>
            </a:r>
          </a:p>
          <a:p>
            <a:pPr algn="l"/>
            <a:r>
              <a:rPr lang="en-US" dirty="0"/>
              <a:t>  this indicates registered users make up the majority of Bike sharing demands</a:t>
            </a:r>
          </a:p>
          <a:p>
            <a:pPr algn="l"/>
            <a:r>
              <a:rPr lang="en-IN" b="1" dirty="0"/>
              <a:t>Weather and Bile demands</a:t>
            </a:r>
          </a:p>
          <a:p>
            <a:pPr algn="l"/>
            <a:r>
              <a:rPr lang="en-IN" dirty="0"/>
              <a:t> Bike Rental counts vary considerably across weather conditions</a:t>
            </a:r>
          </a:p>
          <a:p>
            <a:pPr algn="l"/>
            <a:r>
              <a:rPr lang="en-IN" dirty="0"/>
              <a:t> Clear weather is associated with the highest records ridership, while heavy rain has the lowest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652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293E-2B53-AE1A-BCBE-00813905B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15" y="533400"/>
            <a:ext cx="6553200" cy="1676400"/>
          </a:xfrm>
        </p:spPr>
        <p:txBody>
          <a:bodyPr/>
          <a:lstStyle/>
          <a:p>
            <a:r>
              <a:rPr lang="en-US" dirty="0"/>
              <a:t>Recommendations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78ABF-2E60-5CDE-24AD-D465D314A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9858" y="2002972"/>
            <a:ext cx="9250766" cy="3124200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dirty="0"/>
              <a:t>Maintain sufficient bike availability during periods of high demand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dirty="0"/>
              <a:t> Encourage casual riders to become register riders through discount and special offer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dirty="0"/>
              <a:t>Monitor weather forecast to plan bike availability  according to expected demand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dirty="0"/>
              <a:t>Explore safety measures and suitable service options to support riders during light rain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dirty="0"/>
              <a:t>Regularly analyze rental trends to identify changes in customer demands and improve service quality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1887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E3853-E5FA-9D54-C2A0-E3400F45E0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Thank You</a:t>
            </a:r>
            <a:endParaRPr lang="en-IN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483D2-F9C2-E063-6474-4B2ADBA74A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1721" y="4517884"/>
            <a:ext cx="7289245" cy="1184035"/>
          </a:xfrm>
        </p:spPr>
        <p:txBody>
          <a:bodyPr/>
          <a:lstStyle/>
          <a:p>
            <a:r>
              <a:rPr lang="en-US" dirty="0"/>
              <a:t>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4486261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128</TotalTime>
  <Words>338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 Light</vt:lpstr>
      <vt:lpstr>Arial</vt:lpstr>
      <vt:lpstr>Arial Rounded MT Bold</vt:lpstr>
      <vt:lpstr>Walbaum Display</vt:lpstr>
      <vt:lpstr>Wingdings</vt:lpstr>
      <vt:lpstr>Shoji</vt:lpstr>
      <vt:lpstr>BIKE SHARING DATA ANALYSIS</vt:lpstr>
      <vt:lpstr>Project objective</vt:lpstr>
      <vt:lpstr>Project overview</vt:lpstr>
      <vt:lpstr>Project workflow</vt:lpstr>
      <vt:lpstr>Weather Impact on Ridership</vt:lpstr>
      <vt:lpstr>Registered Vs Casual Riders</vt:lpstr>
      <vt:lpstr>Daily Composition of Bike Riders</vt:lpstr>
      <vt:lpstr>Key Insights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Khetan</dc:creator>
  <cp:lastModifiedBy>Ankita Khetan</cp:lastModifiedBy>
  <cp:revision>2</cp:revision>
  <dcterms:created xsi:type="dcterms:W3CDTF">2026-10-13T09:22:19Z</dcterms:created>
  <dcterms:modified xsi:type="dcterms:W3CDTF">2026-10-14T04:40:46Z</dcterms:modified>
</cp:coreProperties>
</file>